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A7234D-34D9-0580-2186-FBA4A377F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289C55-41E5-8EC6-20E1-681670A435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DC5703-3667-BCDB-D1F2-CA61804BC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BF9A7-D831-4EE1-AE25-4D92111A4442}" type="datetimeFigureOut">
              <a:rPr lang="es-ES" smtClean="0"/>
              <a:t>04/09/2025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D70290-1880-05E6-BF88-CB56605E7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DEE9C9-5075-FD6B-5655-D0A4EF3F1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3B8A-4594-4450-8E5D-E7106AB8A0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740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9D126-86A2-02C2-A618-DE6FF4311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39F5B9-58C3-F497-A0BC-292E6402A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FB6E9B-5632-1569-1E27-2BD92D5F9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BF9A7-D831-4EE1-AE25-4D92111A4442}" type="datetimeFigureOut">
              <a:rPr lang="es-ES" smtClean="0"/>
              <a:t>04/09/2025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48C6B9-555A-0559-9E46-AA31D49A1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85B5C9-1884-295C-3F2B-4FD7CF3E8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3B8A-4594-4450-8E5D-E7106AB8A0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9030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32D19-93F5-4083-48BA-A11BA5604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FC158D4-2678-C36A-A3A0-E70FC3855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8ADE40-87AF-B366-9671-4BDE898C2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BF9A7-D831-4EE1-AE25-4D92111A4442}" type="datetimeFigureOut">
              <a:rPr lang="es-ES" smtClean="0"/>
              <a:t>04/09/2025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1153D2-D24F-1567-5506-F68F55C87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4AF0B5-75FC-839B-2161-630864B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3B8A-4594-4450-8E5D-E7106AB8A0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8731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7E7C64-D068-4685-D6F8-A8942AF6B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AAF19B-5CA7-4E34-D921-7A549B996F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34614C6-C198-6EE4-4F93-40ECB97FA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D40B75-837E-6D50-019B-8D645F35E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BF9A7-D831-4EE1-AE25-4D92111A4442}" type="datetimeFigureOut">
              <a:rPr lang="es-ES" smtClean="0"/>
              <a:t>04/09/2025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F5F11C2-F409-6022-63B8-185CDCC6A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070710-FB72-2C58-9625-53739576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3B8A-4594-4450-8E5D-E7106AB8A0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0096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F0ED8A-52C3-8E39-883B-66FF073C9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DABF33-9A36-3E71-8F3D-0C7B351DF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D0C166D-0055-23F7-8FE8-644811228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C6A2C81-4E40-FC44-D0F7-425672F844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3667362-710C-D1D6-7E34-45781C4314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632FA1A-C2DF-F42A-257E-F8F7335E2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BF9A7-D831-4EE1-AE25-4D92111A4442}" type="datetimeFigureOut">
              <a:rPr lang="es-ES" smtClean="0"/>
              <a:t>04/09/2025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2D29CEB-D8AD-EE3D-E09C-55D198A86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977534C-4960-F0E0-5CE8-15E1B3DCC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3B8A-4594-4450-8E5D-E7106AB8A0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2625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C6AEFF-6548-79FC-1282-1244CD80D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1E6927F-ED66-3CEB-A846-6D99BB3CE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BF9A7-D831-4EE1-AE25-4D92111A4442}" type="datetimeFigureOut">
              <a:rPr lang="es-ES" smtClean="0"/>
              <a:t>04/09/2025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2C9ABF-C7BD-FF6A-F8D8-DEC7D6210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3276330-AED0-7D52-1654-DA3AE5532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3B8A-4594-4450-8E5D-E7106AB8A0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940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20A0C07-5D55-C862-6479-D58B9D9B1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BF9A7-D831-4EE1-AE25-4D92111A4442}" type="datetimeFigureOut">
              <a:rPr lang="es-ES" smtClean="0"/>
              <a:t>04/09/2025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34D9868-86D1-9CC8-8C63-D39013C46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A8443C-0B06-F82A-FE75-8A0D459E8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3B8A-4594-4450-8E5D-E7106AB8A0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9522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4858C4-FAB2-4380-2B79-AE9A6577F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E2B9CC-7675-2602-CC40-FEF2AE0EB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E7C723F-054F-10F1-EED3-698405871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0CE4CA-D116-4986-1F85-B5A2BBFCE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BF9A7-D831-4EE1-AE25-4D92111A4442}" type="datetimeFigureOut">
              <a:rPr lang="es-ES" smtClean="0"/>
              <a:t>04/09/2025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68EBEC-0E51-AAC6-8F46-DC30F2A6C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6796E5-3652-6DC9-C831-5D3AC0D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3B8A-4594-4450-8E5D-E7106AB8A0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0341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6FC72B-9220-F4F5-29F8-46D455A54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3AECF5C-8D23-B6A8-6547-8996D9C13A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9AFF52-F214-DF41-51DB-D30A5C5E9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D7AB14-0F2E-E29A-D212-86D066248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BF9A7-D831-4EE1-AE25-4D92111A4442}" type="datetimeFigureOut">
              <a:rPr lang="es-ES" smtClean="0"/>
              <a:t>04/09/2025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0C1724-DF34-593B-5DAF-01B0A2CBA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6509535-021C-5271-3030-4EBA74430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3B8A-4594-4450-8E5D-E7106AB8A0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0124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5B24E-B9F8-CFCE-DA60-B06B6CED0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6BB3530-53D3-B3AA-74F0-C981D7D62E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4CF0A5-6E23-3C5F-89C9-58645C648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BF9A7-D831-4EE1-AE25-4D92111A4442}" type="datetimeFigureOut">
              <a:rPr lang="es-ES" smtClean="0"/>
              <a:t>04/09/2025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F6FDFD-35B4-5179-D0CD-6C1C12936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D0FD4B-3E71-44E1-BF80-340A7351C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3B8A-4594-4450-8E5D-E7106AB8A0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7115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45D20E-9E63-3CDD-5BFA-19F4F05370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5D3CABB-6755-0807-ADA7-DA129FE00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1E0ADF-8F68-08E7-44ED-39207F34B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BF9A7-D831-4EE1-AE25-4D92111A4442}" type="datetimeFigureOut">
              <a:rPr lang="es-ES" smtClean="0"/>
              <a:t>04/09/2025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45A0B5-948D-A626-E17A-9F89DD591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5D2DE9-FCC5-B297-AD68-2FE760FFE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3B8A-4594-4450-8E5D-E7106AB8A0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1136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16107CD-0BF3-CDE5-91A8-4D639C40F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280F58-6660-677F-2FBF-3887D7190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F55327-11A8-D7F3-B536-472F4A196F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1BF9A7-D831-4EE1-AE25-4D92111A4442}" type="datetimeFigureOut">
              <a:rPr lang="es-ES" smtClean="0"/>
              <a:t>04/09/2025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1324A1-3D94-2B6C-0617-154AAD640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545350-23F0-C77C-2A6B-BF2ADE47F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E33B8A-4594-4450-8E5D-E7106AB8A0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274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93A0255-E9CA-F9EC-5223-F843CAA9DF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1" t="9320" r="2390" b="8973"/>
          <a:stretch>
            <a:fillRect/>
          </a:stretch>
        </p:blipFill>
        <p:spPr>
          <a:xfrm>
            <a:off x="1838632" y="540774"/>
            <a:ext cx="9281652" cy="5801032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4F1A60D-3FB2-AF6E-F33C-5850D950C675}"/>
              </a:ext>
            </a:extLst>
          </p:cNvPr>
          <p:cNvSpPr/>
          <p:nvPr/>
        </p:nvSpPr>
        <p:spPr>
          <a:xfrm>
            <a:off x="6802734" y="5194998"/>
            <a:ext cx="4803112" cy="16630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0B06082-47C2-5948-B20E-F26C9732EF08}"/>
              </a:ext>
            </a:extLst>
          </p:cNvPr>
          <p:cNvSpPr/>
          <p:nvPr/>
        </p:nvSpPr>
        <p:spPr>
          <a:xfrm>
            <a:off x="1292888" y="4488180"/>
            <a:ext cx="2738338" cy="8592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3173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FC58F-8CDE-83CA-E565-E28D32532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68013D65-378A-6F5D-0C9D-9CA42E41A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1" t="9320" r="2390" b="8973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5422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Cuesta</dc:creator>
  <cp:lastModifiedBy>Cristian Cuesta</cp:lastModifiedBy>
  <cp:revision>1</cp:revision>
  <dcterms:created xsi:type="dcterms:W3CDTF">2025-09-04T11:02:50Z</dcterms:created>
  <dcterms:modified xsi:type="dcterms:W3CDTF">2025-09-04T13:03:45Z</dcterms:modified>
</cp:coreProperties>
</file>